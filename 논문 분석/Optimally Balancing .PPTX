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3C498-2F1A-48E2-B1E3-BF2E16FCE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69E950-750B-4D0E-85C6-B95957FC4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E9C490-9198-41CD-B602-5CB8CA3B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C593C7-A017-4C58-8BB4-33121A6A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B7CBC9-B7BE-4E1A-BBD6-B429305A3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07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D9C9A-1A01-4049-8387-0879FCE9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E5E44D-CDB6-4083-B934-7DBE0C692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FA2392-82E6-4C39-BCE6-E1372353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EA296B-F913-4C8D-B7F5-B7C7A327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7D8491-B618-4F23-A21C-1B12ED4C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627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E1F4A-0FBB-46DA-B337-9E2F18114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BE985D-6E35-40CD-BCEF-087F60041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46279-76B1-451D-B4EA-B80858C5D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A274E9-414A-416C-95C8-1C34A27E3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AC1FD-C0B3-462E-81EC-0D59E284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93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B396F-6820-42F8-B4DC-118BC3D3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DD116-F0D2-4F5F-BAA1-611117284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CD1714-642D-4E72-8876-DF7D2BAC3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F70715-DA01-4D88-B79F-577BF6B0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2C5B67-7604-41B8-96E3-D9F5531E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E8CC8F-7003-4C2B-BE68-C5A5FF13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48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6443F-4DB7-42E5-8844-408AA6D62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E80C27-E07A-431C-B824-2E840F412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A6B726-F531-45D2-8F74-2956F7C3E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EBEED15-4ADC-4B26-8CA1-DB5945FB5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DFDB78-DA12-4AE1-B525-B9F8394DE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117CE2-AF92-435D-9F49-C13AAB01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EFCCF1-F966-4AAA-A068-D327A718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7DF4E1E-2D20-44F7-A3B6-FACAB73C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27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0176A-C490-47DD-B288-F4B446BE1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C48C68-1271-4209-8FFC-3055CA8B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35D14C-6E2D-4BB9-B177-8EE8152D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092A60-B286-4F00-898E-6B7C3EA1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6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2C119-B373-4949-A567-C592B56A2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FA7168-F48E-45B1-BA70-E2D45BC8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8CE75D-59B8-4035-B159-0817E1F60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605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7996E-D88A-47E7-A3ED-B1F76003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672F64-6120-47E2-89C1-2C44BFF0B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035417-C306-43A7-8B78-0962F986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A8E6A4-AABD-4FD1-8278-C60665E2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BE0156-F554-4A9C-9029-809959C6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4834A8-8994-44DC-88AB-7EBBE2EB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7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C3E1D-513E-476C-869F-2EAE130D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BC3BBE1-2A0E-47C7-9EE6-C249B8AB6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3792C1-CDC4-4E55-9113-5FB5E466B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2864B6-F11F-4AA7-A89B-05DCEE18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66CEAC-DC6A-48C4-B1DF-9DC1748C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1115F5-38DB-4C42-9EE3-9B7FF402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06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6B0C2-EE71-41FF-AD48-8FDFA37E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87B27B-BD6C-46A2-A21E-3FEC1F8CE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0C9471-E331-4819-A932-5921A1E6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A62835-686C-482F-92CA-C6C825F4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D1AD0-BBC4-4B5B-837D-755E3BE5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42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205161A-ED34-43AA-85EE-689BDB443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291E3C-AAE9-4E2F-9D26-4BD6DB75F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5A353-FE73-45B2-AAFB-994445F06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00F52-3753-4629-B27A-C67B3F7C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7FB308-0E0D-497F-A126-E548BFA2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74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3DE303-2DEC-4D7F-93B3-640C5B2E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B0E461-D252-462A-BC56-9158A748C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2291A5-8B48-4190-8332-AE2199F4E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54CB-6783-4C89-93CB-E9246E9557FE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BB55D1-42FB-4742-B015-7E6B1399C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4CA8C-7525-4630-8D8A-7647D761B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6084-5F4A-4707-96AC-C03C33CFF4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D7A-3106-40D1-BF9B-702C22082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Optimally Balancing Receiver and Recommended Users’ Importance in Reciprocal Recommender Systems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292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104CE-048C-4E50-BEE2-111E0C71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9C8EA4-FC2B-455E-9B1C-94514A210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온라인 매칭 플랫폼에서는 양쪽 관심의 균형을 맞추는 문제가 남아있다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목표는 다음과 두 기준을 맞추는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유저가 시스템이 추천해준 상대방을 긍정적으로 평가하는 것</a:t>
            </a:r>
            <a:endParaRPr lang="en-US" altLang="ko-KR" dirty="0"/>
          </a:p>
          <a:p>
            <a:r>
              <a:rPr lang="ko-KR" altLang="en-US" dirty="0"/>
              <a:t>상대방이 그 유저를 긍정적으로 평가하는 것</a:t>
            </a:r>
            <a:endParaRPr lang="en-US" altLang="ko-KR" dirty="0"/>
          </a:p>
          <a:p>
            <a:r>
              <a:rPr lang="ko-KR" altLang="en-US" dirty="0"/>
              <a:t>기존 시스템은 양쪽의 관심을 항상 동등하게 평가하는 한계가 있었다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지금까지는 기록에만 의존해 평가가 이루어졌지만 현실 세계에서는 다를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이에 </a:t>
            </a:r>
            <a:r>
              <a:rPr lang="en-US" altLang="ko-KR" dirty="0"/>
              <a:t>Reciprocal Weighted Score(RWS)</a:t>
            </a:r>
            <a:r>
              <a:rPr lang="ko-KR" altLang="en-US" dirty="0"/>
              <a:t>를 제안한다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8827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75668-1B7D-46B4-B638-478D50AE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Reciprocal Weighted Score(RWS)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A82E55-AF16-4ACF-B0A9-CA57AC278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RWS</a:t>
            </a:r>
            <a:r>
              <a:rPr lang="ko-KR" altLang="en-US" dirty="0"/>
              <a:t>는 독립적인 두 점수를 계산한다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유저가 추천된 상대방에게 가지는 호감도</a:t>
            </a:r>
            <a:r>
              <a:rPr lang="en-US" altLang="ko-KR" dirty="0"/>
              <a:t>. Collaborative filtering method</a:t>
            </a:r>
            <a:r>
              <a:rPr lang="ko-KR" altLang="en-US" dirty="0"/>
              <a:t>를 이용해 예측한다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메시지를 받은 상대방이 유저에게 긍정적으로 답할 가능성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RWS</a:t>
            </a:r>
            <a:r>
              <a:rPr lang="ko-KR" altLang="en-US" dirty="0"/>
              <a:t>는 두 점수를 합쳐</a:t>
            </a:r>
            <a:r>
              <a:rPr lang="en-US" altLang="ko-KR" dirty="0"/>
              <a:t>, </a:t>
            </a:r>
            <a:r>
              <a:rPr lang="ko-KR" altLang="en-US" dirty="0"/>
              <a:t>성공적인 상호 관계를 이룰 가능성을 의미하는 하나의 점수를 산출한다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RWS</a:t>
            </a:r>
            <a:r>
              <a:rPr lang="ko-KR" altLang="en-US" dirty="0"/>
              <a:t>는 개인의 기록에 따라 개별적으로 균형을 맞춘다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07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FBD0E-A180-4716-B5D7-5D8B4F55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Reciprocal Collaborative Filtering(RCF)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EDEA2CA-3CBC-42F7-AA2E-316F0A0C0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4816"/>
                <a:ext cx="10515600" cy="5393184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ko-KR" altLang="en-US" dirty="0"/>
                  <a:t>비슷한 유저를 통한 추천 방식으로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다음과 같은 알고리즘을 사용한다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Input: </a:t>
                </a:r>
                <a:r>
                  <a:rPr lang="ko-KR" altLang="en-US" dirty="0"/>
                  <a:t>유저 </a:t>
                </a:r>
                <a:r>
                  <a:rPr lang="en-US" altLang="ko-KR" dirty="0"/>
                  <a:t>x</a:t>
                </a:r>
              </a:p>
              <a:p>
                <a:r>
                  <a:rPr lang="en-US" altLang="ko-KR" dirty="0"/>
                  <a:t>Output: k</a:t>
                </a:r>
                <a:r>
                  <a:rPr lang="ko-KR" altLang="en-US" dirty="0"/>
                  <a:t>번째까지 추천 리스트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Recs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←∅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for all y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Recommendation Candidates do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/>
                  <a:t>	for all u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𝑆𝑒𝑛𝑡𝑇𝑜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do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𝑆𝑖𝑚𝑖𝑙𝑎𝑟𝑖𝑡𝑦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for all v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𝑆𝑒𝑛𝑡𝑇𝑜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do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𝑆𝑖𝑚𝑖𝑙𝑎𝑟𝑖𝑡𝑦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𝑠𝑐𝑜𝑟𝑒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𝑆𝑒𝑛𝑡𝑇𝑜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𝑠𝑐𝑜𝑟𝑒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𝑆𝑒𝑛𝑡𝑇𝑜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/>
                  <a:t>=0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/>
                  <a:t>=0 then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𝑟𝑒𝑐𝑖𝑝𝑟𝑜𝑐𝑎𝑙𝑆𝑐𝑜𝑟𝑒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else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𝑟𝑒𝑐𝑖𝑝𝑟𝑜𝑐𝑎𝑙𝑆𝑐𝑜𝑟𝑒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𝑠𝑐𝑜𝑟𝑒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𝑠𝑐𝑜𝑟𝑒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Recs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dirty="0"/>
                  <a:t> Recs + (y,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𝑟𝑒𝑐𝑖𝑝𝑟𝑜𝑐𝑎𝑙𝑆𝑐𝑜𝑟𝑒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sort Recs and return top-k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EDEA2CA-3CBC-42F7-AA2E-316F0A0C0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4816"/>
                <a:ext cx="10515600" cy="5393184"/>
              </a:xfrm>
              <a:blipFill>
                <a:blip r:embed="rId2"/>
                <a:stretch>
                  <a:fillRect l="-116" t="-1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784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7EE59-3529-4BD4-8BAC-8C373900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Optimal Weighting Approach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7669EFC-99C5-4120-82FF-EE507AC80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유저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가 유저 </a:t>
                </a:r>
                <a:r>
                  <a:rPr lang="en-US" altLang="ko-KR" dirty="0"/>
                  <a:t>y</a:t>
                </a:r>
                <a:r>
                  <a:rPr lang="ko-KR" altLang="en-US" dirty="0"/>
                  <a:t>에게 가지는 관심 점수를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𝐶𝐹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라</m:t>
                    </m:r>
                  </m:oMath>
                </a14:m>
                <a:r>
                  <a:rPr lang="ko-KR" altLang="en-US" dirty="0"/>
                  <a:t> 하자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y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에게 긍정적인 답변을 보낼 가능성을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ko-KR" altLang="en-US" dirty="0"/>
                  <a:t>라 하자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𝐶𝐹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dirty="0"/>
                  <a:t> 기존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추천 시스템과 같은 </a:t>
                </a:r>
                <a:r>
                  <a:rPr lang="en-US" altLang="ko-KR" dirty="0"/>
                  <a:t>collaborative filtering</a:t>
                </a:r>
                <a:r>
                  <a:rPr lang="ko-KR" altLang="en-US" dirty="0"/>
                  <a:t> 방식으로 구한다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2-class classification problem</a:t>
                </a:r>
                <a:r>
                  <a:rPr lang="ko-KR" altLang="en-US" dirty="0"/>
                  <a:t>을 해결하여 구한다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7669EFC-99C5-4120-82FF-EE507AC80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98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3A13F-4EF2-4F47-8B23-B87688C3C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Predicting Replies of Recommended Users</a:t>
            </a:r>
            <a:endParaRPr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58DE07-CC1B-449E-9420-76C8AD035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데이터셋은 긍정적인 답변과 부정적 혹은 무응답으로 나뉜다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이중 긍정적인 답변을 늘리는 것이 목표이다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메시지의 특성은 먼저 보내는 사람과 받는 사람의 특징으로 나눌 수 있고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사람의 특징 중 일반적인 프로필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키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성별 등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과 인기도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조회수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받은 메시지 수 등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로 나뉜다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이를 종합해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유저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feature vector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x</a:t>
                </a:r>
                <a:r>
                  <a:rPr lang="ko-KR" altLang="en-US" dirty="0"/>
                  <a:t>에게 추천된 유저 </a:t>
                </a:r>
                <a:r>
                  <a:rPr lang="en-US" altLang="ko-KR" dirty="0"/>
                  <a:t>y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feature vector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/>
                  <a:t>=h(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긍정적인 답변을 받을 확률</a:t>
                </a:r>
                <a:r>
                  <a:rPr lang="en-US" altLang="ko-KR" dirty="0"/>
                  <a:t>. AdaBoost classifier</a:t>
                </a:r>
                <a:r>
                  <a:rPr lang="ko-KR" altLang="en-US" dirty="0"/>
                  <a:t>을 통해 구한다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58DE07-CC1B-449E-9420-76C8AD035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46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17C53-8103-47AF-9B29-7F8DF0E0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540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Optimally Balancing Receiver and Recommended Users’ Importance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0844FAD-A0B6-446D-9E4F-DFFD660C6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5938"/>
                <a:ext cx="10515600" cy="5495279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altLang="ko-KR" dirty="0"/>
                  <a:t>Input: </a:t>
                </a:r>
                <a:r>
                  <a:rPr lang="ko-KR" altLang="en-US" dirty="0"/>
                  <a:t>유저 </a:t>
                </a:r>
                <a:r>
                  <a:rPr lang="en-US" altLang="ko-KR" dirty="0"/>
                  <a:t>x</a:t>
                </a:r>
              </a:p>
              <a:p>
                <a:r>
                  <a:rPr lang="en-US" altLang="ko-KR" dirty="0"/>
                  <a:t>Output: k</a:t>
                </a:r>
                <a:r>
                  <a:rPr lang="ko-KR" altLang="en-US" dirty="0"/>
                  <a:t>번째까지 추천 리스트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Recs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←∅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for all 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Recommendation Candidates do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𝐶𝐹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←0</m:t>
                    </m:r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/>
                  <a:t>	for all n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𝑆𝑒𝑛𝑡𝑇𝑜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do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𝐶𝐹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𝐶𝐹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𝑆𝑖𝑚𝑖𝑙𝑎𝑟𝑖𝑡𝑦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𝐶𝐹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𝑆𝑒𝑛𝑡𝑇𝑜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𝐶𝐹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/>
                  <a:t>=0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𝑟𝑒𝑐𝑖𝑝𝑟𝑜𝑐𝑎𝑙𝑆𝑐𝑜𝑟𝑒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←0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else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dirty="0"/>
                  <a:t> ServiceUserFeatures(x) 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RecommendedUserFeatures</a:t>
                </a:r>
                <a:r>
                  <a:rPr lang="en-US" altLang="ko-KR" dirty="0"/>
                  <a:t>(y) 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dirty="0"/>
                  <a:t> PredictReply(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OptimizedWeight</a:t>
                </a:r>
                <a:r>
                  <a:rPr lang="en-US" altLang="ko-KR" dirty="0"/>
                  <a:t>(x)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dirty="0"/>
                          <m:t>reciprocalScore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𝐶𝐹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+(1−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Recs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dirty="0"/>
                  <a:t> Recs + (y,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𝑟𝑒𝑐𝑖𝑝𝑟𝑜𝑐𝑎𝑙𝑆𝑐𝑜𝑟𝑒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sort Recs and return top-k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0844FAD-A0B6-446D-9E4F-DFFD660C6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5938"/>
                <a:ext cx="10515600" cy="5495279"/>
              </a:xfrm>
              <a:blipFill>
                <a:blip r:embed="rId2"/>
                <a:stretch>
                  <a:fillRect l="-232" t="-14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150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FE3BC-DD8B-4550-A404-16703FB4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Weight Optimization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BAF3CDC-E594-4009-A0C8-E2BCA79A34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𝑅𝑊𝑆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𝐶𝐹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성공적인 관계가 맺어질 가능성 점수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𝑆𝑢𝑐𝑐𝐼𝑛𝑡𝑒𝑟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h𝑎𝑠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𝑠𝑒𝑛𝑡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𝑖𝑛𝑖𝑡𝑖𝑎𝑙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𝑚𝑒𝑠𝑠𝑎𝑔𝑒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𝑡𝑜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𝑟𝑒𝑝𝑙𝑖𝑒𝑑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𝑝𝑜𝑠𝑖𝑡𝑖𝑣𝑒𝑙𝑦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h𝑎𝑠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𝑣𝑖𝑒𝑤𝑒𝑑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𝑚𝑖𝑛𝑖𝑚𝑖𝑧𝑒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𝟙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𝑆𝑢𝑐𝑐𝐼𝑛𝑡𝑒𝑟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𝑅𝑎𝑛𝑘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𝑅𝑊𝑆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,∗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ko-KR" altLang="en-US" dirty="0"/>
                  <a:t>이 최소화 문제를 풀면</a:t>
                </a:r>
                <a:r>
                  <a:rPr lang="en-US" altLang="ko-KR" dirty="0"/>
                  <a:t>, x</a:t>
                </a:r>
                <a:r>
                  <a:rPr lang="ko-KR" altLang="en-US" dirty="0"/>
                  <a:t>와 성공적인 관계를 맺은 사람들이 높은 순위를 가지게 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남자는 </a:t>
                </a:r>
                <a:r>
                  <a:rPr lang="en-US" altLang="ko-KR" dirty="0"/>
                  <a:t>PR</a:t>
                </a:r>
                <a:r>
                  <a:rPr lang="ko-KR" altLang="en-US" dirty="0"/>
                  <a:t>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여자는 </a:t>
                </a:r>
                <a:r>
                  <a:rPr lang="en-US" altLang="ko-KR" dirty="0"/>
                  <a:t>CF</a:t>
                </a:r>
                <a:r>
                  <a:rPr lang="ko-KR" altLang="en-US" dirty="0"/>
                  <a:t>를 더 중요시하는 경향을 보였다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성공적인 관계를 맺은 적이 한 번도 없는 사람은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모든 유저의 합을 최소화하는 </a:t>
                </a:r>
                <a:r>
                  <a:rPr lang="en-US" altLang="ko-KR" dirty="0"/>
                  <a:t>weight</a:t>
                </a:r>
                <a:r>
                  <a:rPr lang="ko-KR" altLang="en-US" dirty="0"/>
                  <a:t>를 가진다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BAF3CDC-E594-4009-A0C8-E2BCA79A34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641" b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52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85E72-30CB-42CE-9DEA-6B46653F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70B030-4950-4CEC-AFC8-7F5AE1A26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RCF</a:t>
            </a:r>
            <a:r>
              <a:rPr lang="ko-KR" altLang="en-US" dirty="0"/>
              <a:t>와 </a:t>
            </a:r>
            <a:r>
              <a:rPr lang="en-US" altLang="ko-KR" dirty="0"/>
              <a:t>RWS</a:t>
            </a:r>
            <a:r>
              <a:rPr lang="ko-KR" altLang="en-US" dirty="0"/>
              <a:t>를 비교하여 평가했다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시스템이 추천하여 유저가 관심을 갖고 메시지를 보내는 과정까지는 </a:t>
            </a:r>
            <a:r>
              <a:rPr lang="en-US" altLang="ko-KR" dirty="0"/>
              <a:t>RCF</a:t>
            </a:r>
            <a:r>
              <a:rPr lang="ko-KR" altLang="en-US" dirty="0"/>
              <a:t>가 조금 더 효과적이었다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실제로 성공적인 관계가 이루어질 가능성은 </a:t>
            </a:r>
            <a:r>
              <a:rPr lang="en-US" altLang="ko-KR" dirty="0"/>
              <a:t>RWS</a:t>
            </a:r>
            <a:r>
              <a:rPr lang="ko-KR" altLang="en-US" dirty="0"/>
              <a:t>가 훨씬 높은 것으로 나타났다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추천 시스템을 통해 성공적인 관계를 맺은 유저들의 평균 </a:t>
            </a:r>
            <a:r>
              <a:rPr lang="en-US" altLang="ko-KR" dirty="0"/>
              <a:t>weight</a:t>
            </a:r>
            <a:r>
              <a:rPr lang="ko-KR" altLang="en-US" dirty="0"/>
              <a:t>는 전체 유저들의 평균보다 낮았다</a:t>
            </a:r>
            <a:r>
              <a:rPr lang="en-US" altLang="ko-KR" dirty="0"/>
              <a:t>. </a:t>
            </a:r>
            <a:r>
              <a:rPr lang="ko-KR" altLang="en-US" dirty="0"/>
              <a:t>즉 이들은 </a:t>
            </a:r>
            <a:r>
              <a:rPr lang="en-US" altLang="ko-KR" dirty="0"/>
              <a:t>PR</a:t>
            </a:r>
            <a:r>
              <a:rPr lang="ko-KR" altLang="en-US" dirty="0"/>
              <a:t>을 더욱 중요시한다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RWS</a:t>
            </a:r>
            <a:r>
              <a:rPr lang="ko-KR" altLang="en-US" dirty="0"/>
              <a:t>는 </a:t>
            </a:r>
            <a:r>
              <a:rPr lang="en-US" altLang="ko-KR" dirty="0"/>
              <a:t>RCF</a:t>
            </a:r>
            <a:r>
              <a:rPr lang="ko-KR" altLang="en-US" dirty="0"/>
              <a:t>보다 추천되는 유저들의 </a:t>
            </a:r>
            <a:r>
              <a:rPr lang="en-US" altLang="ko-KR" dirty="0"/>
              <a:t>popularity</a:t>
            </a:r>
            <a:r>
              <a:rPr lang="ko-KR" altLang="en-US" dirty="0"/>
              <a:t>가 낮았다</a:t>
            </a:r>
            <a:r>
              <a:rPr lang="en-US" altLang="ko-KR" dirty="0"/>
              <a:t>. </a:t>
            </a:r>
            <a:r>
              <a:rPr lang="ko-KR" altLang="en-US" dirty="0"/>
              <a:t>이들은 어차피 수많은 메시지를 받기 때문에</a:t>
            </a:r>
            <a:r>
              <a:rPr lang="en-US" altLang="ko-KR" dirty="0"/>
              <a:t>, </a:t>
            </a:r>
            <a:r>
              <a:rPr lang="ko-KR" altLang="en-US" dirty="0"/>
              <a:t>긍정적인 결과라 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RCF</a:t>
            </a:r>
            <a:r>
              <a:rPr lang="ko-KR" altLang="en-US" dirty="0"/>
              <a:t>는 </a:t>
            </a:r>
            <a:r>
              <a:rPr lang="en-US" altLang="ko-KR" dirty="0"/>
              <a:t>1</a:t>
            </a:r>
            <a:r>
              <a:rPr lang="ko-KR" altLang="en-US" dirty="0"/>
              <a:t>인당 평균 </a:t>
            </a:r>
            <a:r>
              <a:rPr lang="en-US" altLang="ko-KR" dirty="0"/>
              <a:t>1.47</a:t>
            </a:r>
            <a:r>
              <a:rPr lang="ko-KR" altLang="en-US" dirty="0"/>
              <a:t>초가 걸렸고</a:t>
            </a:r>
            <a:r>
              <a:rPr lang="en-US" altLang="ko-KR" dirty="0"/>
              <a:t>, RWS</a:t>
            </a:r>
            <a:r>
              <a:rPr lang="ko-KR" altLang="en-US" dirty="0"/>
              <a:t>는 평균 </a:t>
            </a:r>
            <a:r>
              <a:rPr lang="en-US" altLang="ko-KR" dirty="0"/>
              <a:t>6.97</a:t>
            </a:r>
            <a:r>
              <a:rPr lang="ko-KR" altLang="en-US" dirty="0"/>
              <a:t>초가 걸렸다</a:t>
            </a:r>
            <a:r>
              <a:rPr lang="en-US" altLang="ko-KR" dirty="0"/>
              <a:t>. </a:t>
            </a:r>
            <a:r>
              <a:rPr lang="ko-KR" altLang="en-US" dirty="0"/>
              <a:t>그러나 이는 유저 경험에는 실질적인 영향을 미치지 않는다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1582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39F26-CD11-476B-982A-3EBB8C43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 and Future Work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DB4521-AB8F-4FDB-9CF5-4D4DD8CA0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RWS</a:t>
            </a:r>
            <a:r>
              <a:rPr lang="ko-KR" altLang="en-US" dirty="0"/>
              <a:t>는 </a:t>
            </a:r>
            <a:r>
              <a:rPr lang="en-US" altLang="ko-KR" dirty="0"/>
              <a:t>RCF</a:t>
            </a:r>
            <a:r>
              <a:rPr lang="ko-KR" altLang="en-US" dirty="0"/>
              <a:t>에 비해 성공적인 관계를 맺을 가능성이 높고</a:t>
            </a:r>
            <a:r>
              <a:rPr lang="en-US" altLang="ko-KR" dirty="0"/>
              <a:t>, </a:t>
            </a:r>
            <a:r>
              <a:rPr lang="ko-KR" altLang="en-US" dirty="0"/>
              <a:t>인기 있는 유저들이 더 적은 추천을 받았다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추천을 받아들이는 비율이 더 낮고</a:t>
            </a:r>
            <a:r>
              <a:rPr lang="en-US" altLang="ko-KR" dirty="0"/>
              <a:t>, runtime</a:t>
            </a:r>
            <a:r>
              <a:rPr lang="ko-KR" altLang="en-US" dirty="0"/>
              <a:t>이 증가했다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유저 기록에만 의존하는 </a:t>
            </a:r>
            <a:r>
              <a:rPr lang="en-US" altLang="ko-KR" dirty="0"/>
              <a:t>offline evaluation </a:t>
            </a:r>
            <a:r>
              <a:rPr lang="ko-KR" altLang="en-US" dirty="0"/>
              <a:t>대신</a:t>
            </a:r>
            <a:r>
              <a:rPr lang="en-US" altLang="ko-KR" dirty="0"/>
              <a:t>, </a:t>
            </a:r>
            <a:r>
              <a:rPr lang="ko-KR" altLang="en-US" dirty="0"/>
              <a:t>실시간으로 진행할 수 있는 평가 방식을 택했다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Offline evaluation</a:t>
            </a:r>
            <a:r>
              <a:rPr lang="ko-KR" altLang="en-US" dirty="0"/>
              <a:t>은 추천 시스템 유무에 따라 유저의 행동이 바뀌지 않는다는 가정이 필요한 등 한계가 존재한다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8441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F04D8-8011-4971-A654-7970D230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강점과 약점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CD44F5-D241-4DAB-A988-F8E45F7F9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83"/>
            <a:ext cx="10515600" cy="5628442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강점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실제 앱을 통해 실시간 실험을 잘 진행했다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평가 지표를 다양하게 사용했다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runtime</a:t>
            </a:r>
            <a:r>
              <a:rPr lang="ko-KR" altLang="en-US" dirty="0"/>
              <a:t>같은 디테일한 부분까지 고려했다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약점</a:t>
            </a:r>
          </a:p>
          <a:p>
            <a:r>
              <a:rPr lang="en-US" altLang="ko-KR" dirty="0"/>
              <a:t>1. cold start problem</a:t>
            </a:r>
            <a:r>
              <a:rPr lang="ko-KR" altLang="en-US" dirty="0"/>
              <a:t>을 가진다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랭킹을 최적화할 때 성공적인 이성 순위의 합을 최소화하는 식으로 하는데</a:t>
            </a:r>
            <a:r>
              <a:rPr lang="en-US" altLang="ko-KR" dirty="0"/>
              <a:t>, </a:t>
            </a:r>
            <a:r>
              <a:rPr lang="ko-KR" altLang="en-US" dirty="0"/>
              <a:t>이렇게 하면 많은 이성이 높은 순위로 올라올 수 있겠지만 가장 좋은 이성이 </a:t>
            </a:r>
            <a:r>
              <a:rPr lang="en-US" altLang="ko-KR" dirty="0"/>
              <a:t>1</a:t>
            </a:r>
            <a:r>
              <a:rPr lang="ko-KR" altLang="en-US" dirty="0"/>
              <a:t>위가 안 될 수도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개선점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처음에 유저에게 정보를 입력하거나 이성을 선택하게 하는 등 행동을 요구할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두 가지 방법 다 연구한다</a:t>
            </a:r>
            <a:r>
              <a:rPr lang="en-US" altLang="ko-KR" dirty="0"/>
              <a:t>. </a:t>
            </a:r>
            <a:r>
              <a:rPr lang="ko-KR" altLang="en-US" dirty="0"/>
              <a:t>유저에게 선택하도록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6726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883</Words>
  <Application>Microsoft Office PowerPoint</Application>
  <PresentationFormat>와이드스크린</PresentationFormat>
  <Paragraphs>95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Cambria Math</vt:lpstr>
      <vt:lpstr>Office 테마</vt:lpstr>
      <vt:lpstr>Optimally Balancing Receiver and Recommended Users’ Importance in Reciprocal Recommender Systems</vt:lpstr>
      <vt:lpstr>Introduction</vt:lpstr>
      <vt:lpstr>Reciprocal Weighted Score(RWS)</vt:lpstr>
      <vt:lpstr>Reciprocal Collaborative Filtering(RCF)</vt:lpstr>
      <vt:lpstr>Optimal Weighting Approach</vt:lpstr>
      <vt:lpstr>Predicting Replies of Recommended Users</vt:lpstr>
      <vt:lpstr>Optimally Balancing Receiver and Recommended Users’ Importance</vt:lpstr>
      <vt:lpstr>Weight Optimization</vt:lpstr>
      <vt:lpstr>Evaluation</vt:lpstr>
      <vt:lpstr>Discussion and Future Work</vt:lpstr>
      <vt:lpstr>강점과 약점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Optimally Balancing Receiver and Recommended Users’ Importance in Reciprocal Recommender Systems</dc:title>
  <dc:creator>박범규</dc:creator>
  <cp:lastModifiedBy>박범규</cp:lastModifiedBy>
  <cp:revision>33</cp:revision>
  <dcterms:created xsi:type="dcterms:W3CDTF">2021-02-18T09:21:32Z</dcterms:created>
  <dcterms:modified xsi:type="dcterms:W3CDTF">2021-03-16T16:06:35Z</dcterms:modified>
</cp:coreProperties>
</file>